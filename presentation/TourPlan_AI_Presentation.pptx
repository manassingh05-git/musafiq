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the project name and mentor. Say in one sentence: it plans trips and is honest about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Viva: Why not just use a chatbot? Because numbers must be reproducible and testable; LLMs may hallucinate.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clearly the app does not book anything and prices are indicative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design choice: engine decides, LLM explains.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diagram left to right. The key is only in the backend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Actors: guest and registered user. Highlight Generate trip plan and Chat with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validation, scoring, budget check and the over-budget branch that suggests cheaper alternatives.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one-to-many relationships. Seed data is hand-written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Viva: what if there is no key? Rule-based text, labelled honestly. Rate limit 10 per minute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is 100 points. Show the breakdown in the UI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chart is computed by the real budget module for Mumbai to Lonavala, 3 people, 4 days, train, excluding attraction fees. It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the last bullet with screenshots captured from the running application. None were faked.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Viva: XSS risk of localStorage; cookies with CSRF protection are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do not claim a pass count until you have run the tests. Paste real output in report section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STEPS: 1 Discover and filter. 2 Log in demo@tourplan.ai / demo12345. 3 New trip. 4 Score breakdown. 5 Edit and save itinerary. 6 Budget warning and alternatives. 7 Map route. 8 Assistant: 'Plan 3 days in Lonavala for 3 people under 15k' then 'make it cheaper'. 9 PDF export. 10 Turn transition off in Settings. VIVA: see docs/VIVA_AND_DEMO.md for 20 prepared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TourPlan AI: Smart Travel &amp; Trip Planning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Software Engineering Lab project, MBA Tech Computer Engineering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Presented by: [Student name(s)]  ([Roll no(s)])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Faculty mentor: [Faculty mentor]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[Institute / department name]   |   [Submission date]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Placeholders in square brackets must be filled in by the student.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Problem and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Choosing where to go within a budget is hard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Costs are scattered across sites and spreadsheets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Generic chatbots can invent prices and places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Need: transparent, reproducible, editable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Objectives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Transparent 100-point destination ranking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Itinerary, budget, map, packing list, PDF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AI assistant with honest fallback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Security: hashing, JWT, per-user access, no keys in browser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Out of scope: booking, live prices, payments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Existing vs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Existing: booking portals (live prices, no planning), spreadsheets (manual), chatbots (may hallucinate)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Proposed: one app combining discovery, planning, budgeting, map and assistant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LLM optional and limited to explanation; labelled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438912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React SPA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FastAPI REST + JWT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SQLAlchemy + SQLite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Deterministic engine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Optional Gemini, Open-Meteo, Frankfurter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55" y="1371600"/>
            <a:ext cx="6400800" cy="37014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Use cases</a:t>
            </a:r>
          </a:p>
        </p:txBody>
      </p:sp>
      <p:pic>
        <p:nvPicPr>
          <p:cNvPr id="3" name="Picture 2" descr="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867" y="1371600"/>
            <a:ext cx="67279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Data flow and activity</a:t>
            </a:r>
          </a:p>
        </p:txBody>
      </p:sp>
      <p:pic>
        <p:nvPicPr>
          <p:cNvPr id="3" name="Picture 2" descr="activity_trip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508" y="1371600"/>
            <a:ext cx="612067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438912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12 destinations, 54 attractions (sample data)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Trips own days, activities, expenses, packing items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Unique constraints: trip/day and user/destination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Foreign keys enabled in SQLite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55" y="1371600"/>
            <a:ext cx="6400800" cy="38568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AI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4937759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1 Rule-based requirement extraction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2 Deterministic recommender, planner, budget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3 Optional Gemini explanation as validated JSON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4 Fallback labelled rule_based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LLM never supplies prices or coordinates</a:t>
            </a:r>
          </a:p>
        </p:txBody>
      </p:sp>
      <p:pic>
        <p:nvPicPr>
          <p:cNvPr id="4" name="Picture 3" descr="sequence_ai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895" y="1371600"/>
            <a:ext cx="5852160" cy="3319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Recommendation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budget fit: 35 points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interest match: 30 points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season fit: 15 points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duration fit: 10 points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style fit: 10 points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+ up to 8 bonus for place-type hints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In-budget destinations rank first; every component shows a reason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Budget estimation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603504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Worked example total Rs 21,240 (matches unit test)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Categories incl. 8% misc and 10% emergency buffer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Rooms = ceil(travellers / 2)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All figures are estimates from sample data</a:t>
            </a:r>
          </a:p>
        </p:txBody>
      </p:sp>
      <p:pic>
        <p:nvPicPr>
          <p:cNvPr id="4" name="Picture 3" descr="demo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1371600"/>
            <a:ext cx="4754880" cy="41400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User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Dark forest glassmorphism; featured card, stat rings, map panel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Responsive; keyboard focus; aria roles; reduced motion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Airplane transition with a settings toggle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[Insert real screenshots here after running the app]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bcrypt password hashing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JWT with expiry; protected routes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Other users' trips return 404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Input validation, CORS allow-list, AI rate limit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Limitation: token in localStorage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45 pytest functions in the repository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Budget and travel as pure functions with hand-calculated values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API tests with temp DB, LLM disabled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Results NOT yet recorded: run pytest and npm test, then insert real output 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5B041"/>
                </a:solidFill>
              </a:rPr>
              <a:t>Demo, limitations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solidFill>
            <a:srgbClr val="14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Demo: Mumbai, 3 people, 4 days, Rs 20,000; ranking, itinerary edit, budget, map, chat, PDF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Limits: sample data, 10 start cities, rule-based extraction, in-memory rate limit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Future: migrations, live pricing, cookie sessions, larger dataset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F3EFE2"/>
                </a:solidFill>
              </a:rPr>
              <a:t>• 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